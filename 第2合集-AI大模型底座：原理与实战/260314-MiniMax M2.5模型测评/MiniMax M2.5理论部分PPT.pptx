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90" y="567690"/>
            <a:ext cx="5825490" cy="2073910"/>
          </a:xfrm>
          <a:prstGeom prst="rect">
            <a:avLst/>
          </a:prstGeom>
        </p:spPr>
      </p:pic>
      <p:pic>
        <p:nvPicPr>
          <p:cNvPr id="5" name="图片 4" descr="17733654835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045" y="3127375"/>
            <a:ext cx="2710180" cy="1623695"/>
          </a:xfrm>
          <a:prstGeom prst="rect">
            <a:avLst/>
          </a:prstGeom>
        </p:spPr>
      </p:pic>
      <p:pic>
        <p:nvPicPr>
          <p:cNvPr id="6" name="图片 5" descr="17733656105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415" y="971550"/>
            <a:ext cx="4493895" cy="3656330"/>
          </a:xfrm>
          <a:prstGeom prst="rect">
            <a:avLst/>
          </a:prstGeom>
        </p:spPr>
      </p:pic>
      <p:pic>
        <p:nvPicPr>
          <p:cNvPr id="7" name="图片 6" descr="17733657664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025" y="5357495"/>
            <a:ext cx="8229600" cy="790575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175260" y="5097780"/>
            <a:ext cx="11900535" cy="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33475" y="5158423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3600" b="1" i="0">
                <a:solidFill>
                  <a:srgbClr val="333333"/>
                </a:solidFill>
                <a:latin typeface="Open Sans"/>
                <a:ea typeface="Open Sans"/>
              </a:rPr>
              <a:t>Lost in the middle</a:t>
            </a:r>
            <a:endParaRPr lang="en-US" altLang="zh-CN" sz="3600" b="1" i="0">
              <a:solidFill>
                <a:srgbClr val="333333"/>
              </a:solidFill>
              <a:latin typeface="Open Sans"/>
              <a:ea typeface="Open Sans"/>
            </a:endParaRPr>
          </a:p>
        </p:txBody>
      </p:sp>
      <p:pic>
        <p:nvPicPr>
          <p:cNvPr id="2" name="图片 1" descr="17733660884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3719195"/>
            <a:ext cx="6130290" cy="1009650"/>
          </a:xfrm>
          <a:prstGeom prst="rect">
            <a:avLst/>
          </a:prstGeom>
        </p:spPr>
      </p:pic>
      <p:pic>
        <p:nvPicPr>
          <p:cNvPr id="3" name="图片 2" descr="1773366302384"/>
          <p:cNvPicPr>
            <a:picLocks noChangeAspect="1"/>
          </p:cNvPicPr>
          <p:nvPr/>
        </p:nvPicPr>
        <p:blipFill>
          <a:blip r:embed="rId2"/>
          <a:srcRect l="-2826" t="-1301" r="4633" b="-513"/>
          <a:stretch>
            <a:fillRect/>
          </a:stretch>
        </p:blipFill>
        <p:spPr>
          <a:xfrm>
            <a:off x="7006590" y="550545"/>
            <a:ext cx="4037330" cy="5566410"/>
          </a:xfrm>
          <a:prstGeom prst="rect">
            <a:avLst/>
          </a:prstGeom>
        </p:spPr>
      </p:pic>
      <p:pic>
        <p:nvPicPr>
          <p:cNvPr id="5" name="图片 4" descr="17733668259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830" y="662940"/>
            <a:ext cx="4208145" cy="262636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6657975" y="188595"/>
            <a:ext cx="0" cy="648000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17733669644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0275" y="1765935"/>
            <a:ext cx="8595360" cy="4271010"/>
          </a:xfrm>
          <a:prstGeom prst="rect">
            <a:avLst/>
          </a:prstGeom>
        </p:spPr>
      </p:pic>
      <p:pic>
        <p:nvPicPr>
          <p:cNvPr id="7" name="图片 6" descr="1773367684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" y="773430"/>
            <a:ext cx="6268085" cy="992505"/>
          </a:xfrm>
          <a:prstGeom prst="rect">
            <a:avLst/>
          </a:prstGeom>
        </p:spPr>
      </p:pic>
      <p:pic>
        <p:nvPicPr>
          <p:cNvPr id="6" name="图片 5" descr="17733676730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" y="403860"/>
            <a:ext cx="6267450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1773367189117"/>
          <p:cNvPicPr>
            <a:picLocks noChangeAspect="1"/>
          </p:cNvPicPr>
          <p:nvPr/>
        </p:nvPicPr>
        <p:blipFill>
          <a:blip r:embed="rId1"/>
          <a:srcRect l="18939" r="3387"/>
          <a:stretch>
            <a:fillRect/>
          </a:stretch>
        </p:blipFill>
        <p:spPr>
          <a:xfrm>
            <a:off x="6046470" y="2082165"/>
            <a:ext cx="5445760" cy="2882900"/>
          </a:xfrm>
          <a:prstGeom prst="rect">
            <a:avLst/>
          </a:prstGeom>
        </p:spPr>
      </p:pic>
      <p:pic>
        <p:nvPicPr>
          <p:cNvPr id="4" name="图片 3" descr="1773367167950"/>
          <p:cNvPicPr>
            <a:picLocks noChangeAspect="1"/>
          </p:cNvPicPr>
          <p:nvPr/>
        </p:nvPicPr>
        <p:blipFill>
          <a:blip r:embed="rId2"/>
          <a:srcRect r="6882"/>
          <a:stretch>
            <a:fillRect/>
          </a:stretch>
        </p:blipFill>
        <p:spPr>
          <a:xfrm>
            <a:off x="349885" y="1489710"/>
            <a:ext cx="5155565" cy="4067810"/>
          </a:xfrm>
          <a:prstGeom prst="rect">
            <a:avLst/>
          </a:prstGeom>
        </p:spPr>
      </p:pic>
      <p:pic>
        <p:nvPicPr>
          <p:cNvPr id="6" name="图片 5" descr="17733673238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830" y="695325"/>
            <a:ext cx="3276600" cy="5619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96000" y="3495040"/>
            <a:ext cx="74358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charset="-122"/>
              </a:rPr>
              <a:t>where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endParaRPr lang="zh-CN" altLang="en-US" sz="1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5800725" y="188595"/>
            <a:ext cx="0" cy="648000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 descr="17733674166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990" y="1257300"/>
            <a:ext cx="36957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 descr="17733684166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475" y="849630"/>
            <a:ext cx="7400290" cy="375094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31800" y="450850"/>
            <a:ext cx="245999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2000" b="1" i="0">
                <a:solidFill>
                  <a:srgbClr val="424242"/>
                </a:solidFill>
                <a:latin typeface="微软雅黑" panose="020B0503020204020204" charset="-122"/>
                <a:ea typeface="微软雅黑" panose="020B0503020204020204" charset="-122"/>
              </a:rPr>
              <a:t>PinchBench </a:t>
            </a:r>
            <a:endParaRPr lang="en-US" altLang="zh-CN" sz="2000" b="1" i="0">
              <a:solidFill>
                <a:srgbClr val="4242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 descr="17733690137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870" y="5029835"/>
            <a:ext cx="6562725" cy="158115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5134610"/>
            <a:ext cx="1314450" cy="1314450"/>
          </a:xfrm>
          <a:prstGeom prst="rect">
            <a:avLst/>
          </a:prstGeom>
        </p:spPr>
      </p:pic>
      <p:cxnSp>
        <p:nvCxnSpPr>
          <p:cNvPr id="20" name="直接连接符 19"/>
          <p:cNvCxnSpPr/>
          <p:nvPr/>
        </p:nvCxnSpPr>
        <p:spPr>
          <a:xfrm flipV="1">
            <a:off x="175260" y="4815205"/>
            <a:ext cx="11900535" cy="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71295" y="1572895"/>
            <a:ext cx="705802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演示案例一：全自动金融报告生成</a:t>
            </a:r>
            <a:endParaRPr lang="zh-CN" alt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zh-CN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Claude Code + Minimax M2.5</a:t>
            </a:r>
            <a:r>
              <a:rPr lang="zh-CN" alt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1295" y="3944620"/>
            <a:ext cx="725741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演示案例二：浏览器自动化财报分析</a:t>
            </a:r>
            <a:endParaRPr lang="zh-CN" alt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zh-CN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OpenClaw + Minimax M2.5</a:t>
            </a:r>
            <a:r>
              <a:rPr lang="zh-CN" alt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WPS 演示</Application>
  <PresentationFormat>宽屏</PresentationFormat>
  <Paragraphs>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Open Sans</vt:lpstr>
      <vt:lpstr>Segoe Print</vt:lpstr>
      <vt:lpstr>微软雅黑</vt:lpstr>
      <vt:lpstr>Arial Unicode MS</vt:lpstr>
      <vt:lpstr>Calibri</vt:lpstr>
      <vt:lpstr>Open Sans</vt:lpstr>
      <vt:lpstr>Saturday Sans Regular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wowww</dc:creator>
  <cp:lastModifiedBy>wow</cp:lastModifiedBy>
  <cp:revision>31</cp:revision>
  <dcterms:created xsi:type="dcterms:W3CDTF">2023-08-09T12:44:00Z</dcterms:created>
  <dcterms:modified xsi:type="dcterms:W3CDTF">2026-03-13T02:33:20Z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40F709D1BAB3456984A00B028EBD9C48_12</vt:lpwstr>
  </property>
</Properties>
</file>